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30575" cy="5303520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46920" y="0"/>
            <a:ext cx="2542032" cy="4206240"/>
          </a:xfrm>
          <a:prstGeom prst="rect">
            <a:avLst/>
          </a:prstGeom>
          <a:solidFill>
            <a:srgbClr val="B18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8046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Россия: географические</a:t>
            </a:r>
            <a:br/>
            <a:r>
              <a:t>факторы и природные богатства</a:t>
            </a:r>
          </a:p>
          <a:p>
            <a:pPr>
              <a:defRPr sz="2400">
                <a:solidFill>
                  <a:srgbClr val="DCEBDC"/>
                </a:solidFill>
                <a:latin typeface="Arial"/>
              </a:defRPr>
            </a:pPr>
            <a:r>
              <a:t>Земля и сельское хозяйство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t>Доклад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4B"/>
                </a:solidFill>
                <a:latin typeface="Arial"/>
              </a:defRPr>
            </a:pPr>
            <a:r>
              <a:t>1. Географическое положение России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Россия</a:t>
            </a:r>
            <a:r>
              <a:rPr dirty="0"/>
              <a:t> — </a:t>
            </a:r>
            <a:r>
              <a:rPr dirty="0" err="1"/>
              <a:t>крупнейшее</a:t>
            </a:r>
            <a:r>
              <a:rPr dirty="0"/>
              <a:t> </a:t>
            </a:r>
            <a:r>
              <a:rPr dirty="0" err="1"/>
              <a:t>государство</a:t>
            </a:r>
            <a:r>
              <a:rPr dirty="0"/>
              <a:t> </a:t>
            </a:r>
            <a:r>
              <a:rPr dirty="0" err="1"/>
              <a:t>мира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площади</a:t>
            </a:r>
            <a:r>
              <a:rPr dirty="0"/>
              <a:t>, </a:t>
            </a:r>
            <a:r>
              <a:rPr dirty="0" err="1"/>
              <a:t>расположенное</a:t>
            </a:r>
            <a:r>
              <a:rPr dirty="0"/>
              <a:t> в </a:t>
            </a:r>
            <a:r>
              <a:rPr dirty="0" err="1"/>
              <a:t>Европе</a:t>
            </a:r>
            <a:r>
              <a:rPr dirty="0"/>
              <a:t> и </a:t>
            </a:r>
            <a:r>
              <a:rPr dirty="0" err="1"/>
              <a:t>Азии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Большая</a:t>
            </a:r>
            <a:r>
              <a:rPr dirty="0"/>
              <a:t> </a:t>
            </a:r>
            <a:r>
              <a:rPr dirty="0" err="1"/>
              <a:t>протяжённость</a:t>
            </a:r>
            <a:r>
              <a:rPr dirty="0"/>
              <a:t> </a:t>
            </a:r>
            <a:r>
              <a:rPr dirty="0" err="1"/>
              <a:t>территории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значительное</a:t>
            </a:r>
            <a:r>
              <a:rPr dirty="0"/>
              <a:t> </a:t>
            </a:r>
            <a:r>
              <a:rPr dirty="0" err="1"/>
              <a:t>разнообразие</a:t>
            </a:r>
            <a:r>
              <a:rPr dirty="0"/>
              <a:t> </a:t>
            </a:r>
            <a:r>
              <a:rPr dirty="0" err="1"/>
              <a:t>природных</a:t>
            </a:r>
            <a:r>
              <a:rPr dirty="0"/>
              <a:t> </a:t>
            </a:r>
            <a:r>
              <a:rPr dirty="0" err="1"/>
              <a:t>условий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территории</a:t>
            </a:r>
            <a:r>
              <a:rPr dirty="0"/>
              <a:t> </a:t>
            </a:r>
            <a:r>
              <a:rPr dirty="0" err="1"/>
              <a:t>страны</a:t>
            </a:r>
            <a:r>
              <a:rPr dirty="0"/>
              <a:t> </a:t>
            </a:r>
            <a:r>
              <a:rPr dirty="0" err="1"/>
              <a:t>представлены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природные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: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арктических</a:t>
            </a:r>
            <a:r>
              <a:rPr dirty="0"/>
              <a:t> </a:t>
            </a:r>
            <a:r>
              <a:rPr dirty="0" err="1"/>
              <a:t>пустынь</a:t>
            </a:r>
            <a:r>
              <a:rPr dirty="0"/>
              <a:t> и </a:t>
            </a:r>
            <a:r>
              <a:rPr dirty="0" err="1"/>
              <a:t>тундры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степей</a:t>
            </a:r>
            <a:r>
              <a:rPr dirty="0"/>
              <a:t> и </a:t>
            </a:r>
            <a:r>
              <a:rPr dirty="0" err="1"/>
              <a:t>лесостепей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Климатические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сильно</a:t>
            </a:r>
            <a:r>
              <a:rPr dirty="0"/>
              <a:t> </a:t>
            </a:r>
            <a:r>
              <a:rPr dirty="0" err="1"/>
              <a:t>различаются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регионам</a:t>
            </a:r>
            <a:r>
              <a:rPr dirty="0"/>
              <a:t> и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сельского</a:t>
            </a:r>
            <a:r>
              <a:rPr dirty="0"/>
              <a:t> </a:t>
            </a:r>
            <a:r>
              <a:rPr dirty="0" err="1"/>
              <a:t>хозяйства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благоприятные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земледелия</a:t>
            </a:r>
            <a:r>
              <a:rPr dirty="0"/>
              <a:t> </a:t>
            </a:r>
            <a:r>
              <a:rPr dirty="0" err="1"/>
              <a:t>сосредоточены</a:t>
            </a:r>
            <a:r>
              <a:rPr dirty="0"/>
              <a:t> </a:t>
            </a:r>
            <a:r>
              <a:rPr dirty="0" err="1"/>
              <a:t>преимущественно</a:t>
            </a:r>
            <a:r>
              <a:rPr dirty="0"/>
              <a:t> в </a:t>
            </a:r>
            <a:r>
              <a:rPr dirty="0" err="1"/>
              <a:t>центральных</a:t>
            </a:r>
            <a:r>
              <a:rPr dirty="0"/>
              <a:t> и </a:t>
            </a:r>
            <a:r>
              <a:rPr dirty="0" err="1"/>
              <a:t>южных</a:t>
            </a:r>
            <a:r>
              <a:rPr dirty="0"/>
              <a:t> </a:t>
            </a:r>
            <a:r>
              <a:rPr dirty="0" err="1"/>
              <a:t>районах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4B"/>
                </a:solidFill>
                <a:latin typeface="Arial"/>
              </a:defRPr>
            </a:pPr>
            <a:r>
              <a:t>2. Земельные ресурсы России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Земельные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— </a:t>
            </a:r>
            <a:r>
              <a:rPr dirty="0" err="1"/>
              <a:t>важнейшая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природного</a:t>
            </a:r>
            <a:r>
              <a:rPr dirty="0"/>
              <a:t> </a:t>
            </a:r>
            <a:r>
              <a:rPr dirty="0" err="1"/>
              <a:t>богатства</a:t>
            </a:r>
            <a:r>
              <a:rPr dirty="0"/>
              <a:t> </a:t>
            </a:r>
            <a:r>
              <a:rPr dirty="0" err="1"/>
              <a:t>страны</a:t>
            </a:r>
            <a:r>
              <a:rPr dirty="0"/>
              <a:t> и </a:t>
            </a:r>
            <a:r>
              <a:rPr dirty="0" err="1"/>
              <a:t>основа</a:t>
            </a:r>
            <a:r>
              <a:rPr dirty="0"/>
              <a:t> </a:t>
            </a:r>
            <a:r>
              <a:rPr dirty="0" err="1"/>
              <a:t>сельского</a:t>
            </a:r>
            <a:r>
              <a:rPr dirty="0"/>
              <a:t> </a:t>
            </a:r>
            <a:r>
              <a:rPr dirty="0" err="1"/>
              <a:t>хозяйства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/>
              <a:t>К </a:t>
            </a:r>
            <a:r>
              <a:rPr dirty="0" err="1"/>
              <a:t>сельскохозяйственным</a:t>
            </a:r>
            <a:r>
              <a:rPr dirty="0"/>
              <a:t> </a:t>
            </a:r>
            <a:r>
              <a:rPr dirty="0" err="1"/>
              <a:t>землям</a:t>
            </a:r>
            <a:r>
              <a:rPr dirty="0"/>
              <a:t> </a:t>
            </a:r>
            <a:r>
              <a:rPr dirty="0" err="1"/>
              <a:t>относятся</a:t>
            </a:r>
            <a:r>
              <a:rPr dirty="0"/>
              <a:t> </a:t>
            </a:r>
            <a:r>
              <a:rPr dirty="0" err="1"/>
              <a:t>прежде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пашни</a:t>
            </a:r>
            <a:r>
              <a:rPr dirty="0"/>
              <a:t>, </a:t>
            </a:r>
            <a:r>
              <a:rPr dirty="0" err="1"/>
              <a:t>сенокосы</a:t>
            </a:r>
            <a:r>
              <a:rPr dirty="0"/>
              <a:t> и </a:t>
            </a:r>
            <a:r>
              <a:rPr dirty="0" err="1"/>
              <a:t>пастбища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вся</a:t>
            </a:r>
            <a:r>
              <a:rPr dirty="0"/>
              <a:t> </a:t>
            </a:r>
            <a:r>
              <a:rPr dirty="0" err="1"/>
              <a:t>территория</a:t>
            </a:r>
            <a:r>
              <a:rPr dirty="0"/>
              <a:t> </a:t>
            </a:r>
            <a:r>
              <a:rPr dirty="0" err="1"/>
              <a:t>пригодна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земледелия</a:t>
            </a:r>
            <a:r>
              <a:rPr dirty="0"/>
              <a:t>: </a:t>
            </a:r>
            <a:r>
              <a:rPr dirty="0" err="1"/>
              <a:t>значительные</a:t>
            </a:r>
            <a:r>
              <a:rPr dirty="0"/>
              <a:t> </a:t>
            </a:r>
            <a:r>
              <a:rPr dirty="0" err="1"/>
              <a:t>площади</a:t>
            </a:r>
            <a:r>
              <a:rPr dirty="0"/>
              <a:t> </a:t>
            </a:r>
            <a:r>
              <a:rPr dirty="0" err="1"/>
              <a:t>заняты</a:t>
            </a:r>
            <a:r>
              <a:rPr dirty="0"/>
              <a:t> </a:t>
            </a:r>
            <a:r>
              <a:rPr dirty="0" err="1"/>
              <a:t>лесами</a:t>
            </a:r>
            <a:r>
              <a:rPr dirty="0"/>
              <a:t>, </a:t>
            </a:r>
            <a:r>
              <a:rPr dirty="0" err="1"/>
              <a:t>болотами</a:t>
            </a:r>
            <a:r>
              <a:rPr dirty="0"/>
              <a:t>, </a:t>
            </a:r>
            <a:r>
              <a:rPr dirty="0" err="1"/>
              <a:t>горами</a:t>
            </a:r>
            <a:r>
              <a:rPr dirty="0"/>
              <a:t> и </a:t>
            </a:r>
            <a:r>
              <a:rPr dirty="0" err="1"/>
              <a:t>территориями</a:t>
            </a:r>
            <a:r>
              <a:rPr dirty="0"/>
              <a:t> с </a:t>
            </a:r>
            <a:r>
              <a:rPr dirty="0" err="1"/>
              <a:t>суровым</a:t>
            </a:r>
            <a:r>
              <a:rPr dirty="0"/>
              <a:t> </a:t>
            </a:r>
            <a:r>
              <a:rPr dirty="0" err="1"/>
              <a:t>климатом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Крупные</a:t>
            </a:r>
            <a:r>
              <a:rPr dirty="0"/>
              <a:t> </a:t>
            </a:r>
            <a:r>
              <a:rPr dirty="0" err="1"/>
              <a:t>сельскохозяйственные</a:t>
            </a:r>
            <a:r>
              <a:rPr dirty="0"/>
              <a:t> </a:t>
            </a:r>
            <a:r>
              <a:rPr dirty="0" err="1"/>
              <a:t>территории</a:t>
            </a:r>
            <a:r>
              <a:rPr dirty="0"/>
              <a:t> </a:t>
            </a:r>
            <a:r>
              <a:rPr dirty="0" err="1"/>
              <a:t>расположены</a:t>
            </a:r>
            <a:r>
              <a:rPr dirty="0"/>
              <a:t> в </a:t>
            </a:r>
            <a:r>
              <a:rPr dirty="0" err="1"/>
              <a:t>европейской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России</a:t>
            </a:r>
            <a:r>
              <a:rPr dirty="0"/>
              <a:t>, </a:t>
            </a:r>
            <a:r>
              <a:rPr dirty="0" err="1"/>
              <a:t>Поволжье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Северном</a:t>
            </a:r>
            <a:r>
              <a:rPr dirty="0"/>
              <a:t> </a:t>
            </a:r>
            <a:r>
              <a:rPr dirty="0" err="1"/>
              <a:t>Кавказе</a:t>
            </a:r>
            <a:r>
              <a:rPr dirty="0"/>
              <a:t>, </a:t>
            </a:r>
            <a:r>
              <a:rPr dirty="0" err="1"/>
              <a:t>юге</a:t>
            </a:r>
            <a:r>
              <a:rPr dirty="0"/>
              <a:t> </a:t>
            </a:r>
            <a:r>
              <a:rPr dirty="0" err="1"/>
              <a:t>Урала</a:t>
            </a:r>
            <a:r>
              <a:rPr dirty="0"/>
              <a:t> и </a:t>
            </a:r>
            <a:r>
              <a:rPr dirty="0" err="1"/>
              <a:t>Западной</a:t>
            </a:r>
            <a:r>
              <a:rPr dirty="0"/>
              <a:t> </a:t>
            </a:r>
            <a:r>
              <a:rPr dirty="0" err="1"/>
              <a:t>Сибири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4B"/>
                </a:solidFill>
                <a:latin typeface="Arial"/>
              </a:defRPr>
            </a:pPr>
            <a:r>
              <a:t>3. Почвы и их значение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t>Плодородие почвы — один из главных факторов урожайности сельскохозяйственных культур.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t>Особенно ценны чернозёмы — почвы с высоким содержанием гумуса и хорошими условиями для земледелия.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t>Чернозёмные территории широко распространены в Центрально-Чернозёмном районе, Поволжье, на юге России и Северном Кавказе.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t>Менее плодородные почвы требуют дополнительных мер: внесения удобрений, мелиорации и защиты от деградации.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4B"/>
                </a:solidFill>
                <a:latin typeface="Arial"/>
              </a:defRPr>
            </a:pPr>
            <a:r>
              <a:rPr dirty="0"/>
              <a:t>4. </a:t>
            </a:r>
            <a:r>
              <a:rPr dirty="0" err="1"/>
              <a:t>Природно-климатические</a:t>
            </a:r>
            <a:r>
              <a:rPr dirty="0"/>
              <a:t> </a:t>
            </a:r>
            <a:r>
              <a:rPr dirty="0" err="1"/>
              <a:t>факторы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60704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Температура</a:t>
            </a:r>
            <a:r>
              <a:rPr dirty="0"/>
              <a:t> и </a:t>
            </a:r>
            <a:r>
              <a:rPr dirty="0" err="1"/>
              <a:t>продолжительность</a:t>
            </a:r>
            <a:r>
              <a:rPr dirty="0"/>
              <a:t> </a:t>
            </a:r>
            <a:r>
              <a:rPr dirty="0" err="1"/>
              <a:t>тёплого</a:t>
            </a:r>
            <a:r>
              <a:rPr dirty="0"/>
              <a:t> </a:t>
            </a:r>
            <a:r>
              <a:rPr dirty="0" err="1"/>
              <a:t>периода</a:t>
            </a:r>
            <a:r>
              <a:rPr dirty="0"/>
              <a:t> </a:t>
            </a:r>
            <a:r>
              <a:rPr dirty="0" err="1"/>
              <a:t>определяют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выращивания</a:t>
            </a:r>
            <a:r>
              <a:rPr dirty="0"/>
              <a:t> </a:t>
            </a:r>
            <a:r>
              <a:rPr dirty="0" err="1"/>
              <a:t>различных</a:t>
            </a:r>
            <a:r>
              <a:rPr dirty="0"/>
              <a:t> </a:t>
            </a:r>
            <a:r>
              <a:rPr dirty="0" err="1"/>
              <a:t>культур</a:t>
            </a:r>
            <a:r>
              <a:rPr dirty="0"/>
              <a:t>.</a:t>
            </a:r>
          </a:p>
          <a:p>
            <a:pPr lvl="1"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осадков</a:t>
            </a:r>
            <a:r>
              <a:rPr dirty="0"/>
              <a:t> и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увлажнения</a:t>
            </a:r>
            <a:r>
              <a:rPr dirty="0"/>
              <a:t> </a:t>
            </a:r>
            <a:r>
              <a:rPr dirty="0" err="1"/>
              <a:t>влияют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урожайность</a:t>
            </a:r>
            <a:r>
              <a:rPr dirty="0"/>
              <a:t> и </a:t>
            </a:r>
            <a:r>
              <a:rPr dirty="0" err="1"/>
              <a:t>необходимость</a:t>
            </a:r>
            <a:r>
              <a:rPr dirty="0"/>
              <a:t> </a:t>
            </a:r>
            <a:r>
              <a:rPr dirty="0" err="1"/>
              <a:t>орошения</a:t>
            </a:r>
            <a:r>
              <a:rPr dirty="0"/>
              <a:t>.</a:t>
            </a:r>
          </a:p>
          <a:p>
            <a:pPr lvl="1"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Рельеф</a:t>
            </a:r>
            <a:r>
              <a:rPr dirty="0"/>
              <a:t> </a:t>
            </a:r>
            <a:r>
              <a:rPr dirty="0" err="1"/>
              <a:t>территории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механизированной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 </a:t>
            </a:r>
            <a:r>
              <a:rPr dirty="0" err="1"/>
              <a:t>земель</a:t>
            </a:r>
            <a:r>
              <a:rPr dirty="0"/>
              <a:t> и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эрозии</a:t>
            </a:r>
            <a:r>
              <a:rPr dirty="0"/>
              <a:t>.</a:t>
            </a:r>
          </a:p>
          <a:p>
            <a:pPr lvl="1"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Обеспеченность</a:t>
            </a:r>
            <a:r>
              <a:rPr dirty="0"/>
              <a:t> </a:t>
            </a:r>
            <a:r>
              <a:rPr dirty="0" err="1"/>
              <a:t>водой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растениеводства</a:t>
            </a:r>
            <a:r>
              <a:rPr dirty="0"/>
              <a:t> и </a:t>
            </a:r>
            <a:r>
              <a:rPr dirty="0" err="1"/>
              <a:t>животноводства</a:t>
            </a:r>
            <a:r>
              <a:rPr dirty="0"/>
              <a:t>.</a:t>
            </a:r>
          </a:p>
          <a:p>
            <a:pPr lvl="1"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природные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: </a:t>
            </a:r>
            <a:r>
              <a:rPr dirty="0" err="1"/>
              <a:t>засухи</a:t>
            </a:r>
            <a:r>
              <a:rPr dirty="0"/>
              <a:t>, </a:t>
            </a:r>
            <a:r>
              <a:rPr dirty="0" err="1"/>
              <a:t>суховеи</a:t>
            </a:r>
            <a:r>
              <a:rPr dirty="0"/>
              <a:t>, </a:t>
            </a:r>
            <a:r>
              <a:rPr dirty="0" err="1"/>
              <a:t>заморозки</a:t>
            </a:r>
            <a:r>
              <a:rPr dirty="0"/>
              <a:t>, </a:t>
            </a:r>
            <a:r>
              <a:rPr dirty="0" err="1"/>
              <a:t>переувлажнение</a:t>
            </a:r>
            <a:r>
              <a:rPr dirty="0"/>
              <a:t> и </a:t>
            </a:r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вегетационный</a:t>
            </a:r>
            <a:r>
              <a:rPr dirty="0"/>
              <a:t> </a:t>
            </a:r>
            <a:r>
              <a:rPr dirty="0" err="1"/>
              <a:t>период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4B"/>
                </a:solidFill>
                <a:latin typeface="Arial"/>
              </a:defRPr>
            </a:pPr>
            <a:r>
              <a:rPr dirty="0"/>
              <a:t>5.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сельскохозяйственные</a:t>
            </a:r>
            <a:r>
              <a:rPr dirty="0"/>
              <a:t> </a:t>
            </a:r>
            <a:r>
              <a:rPr dirty="0" err="1"/>
              <a:t>районы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383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Центральная</a:t>
            </a:r>
            <a:r>
              <a:rPr dirty="0"/>
              <a:t> и </a:t>
            </a:r>
            <a:r>
              <a:rPr dirty="0" err="1"/>
              <a:t>Центрально-Чернозёмная</a:t>
            </a:r>
            <a:r>
              <a:rPr dirty="0"/>
              <a:t> </a:t>
            </a:r>
            <a:r>
              <a:rPr dirty="0" err="1"/>
              <a:t>Россия</a:t>
            </a:r>
            <a:r>
              <a:rPr lang="ru-RU" dirty="0"/>
              <a:t>, Северный Кавказ, юг России, Поволжье, Юг Урала и юг Западной Сибири</a:t>
            </a:r>
            <a:r>
              <a:rPr dirty="0"/>
              <a:t> —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районы</a:t>
            </a:r>
            <a:r>
              <a:rPr dirty="0"/>
              <a:t> </a:t>
            </a:r>
            <a:r>
              <a:rPr dirty="0" err="1"/>
              <a:t>растениеводства</a:t>
            </a:r>
            <a:r>
              <a:rPr dirty="0"/>
              <a:t> </a:t>
            </a:r>
            <a:r>
              <a:rPr dirty="0" err="1"/>
              <a:t>благодаря</a:t>
            </a:r>
            <a:r>
              <a:rPr dirty="0"/>
              <a:t> </a:t>
            </a:r>
            <a:r>
              <a:rPr dirty="0" err="1"/>
              <a:t>плодородным</a:t>
            </a:r>
            <a:r>
              <a:rPr dirty="0"/>
              <a:t> </a:t>
            </a:r>
            <a:r>
              <a:rPr dirty="0" err="1"/>
              <a:t>почвам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Северный</a:t>
            </a:r>
            <a:r>
              <a:rPr dirty="0"/>
              <a:t> </a:t>
            </a:r>
            <a:r>
              <a:rPr dirty="0" err="1"/>
              <a:t>Кавказ</a:t>
            </a:r>
            <a:r>
              <a:rPr dirty="0"/>
              <a:t> и </a:t>
            </a:r>
            <a:r>
              <a:rPr dirty="0" err="1"/>
              <a:t>юг</a:t>
            </a:r>
            <a:r>
              <a:rPr dirty="0"/>
              <a:t> </a:t>
            </a:r>
            <a:r>
              <a:rPr dirty="0" err="1"/>
              <a:t>России</a:t>
            </a:r>
            <a:r>
              <a:rPr dirty="0"/>
              <a:t> — </a:t>
            </a:r>
            <a:r>
              <a:rPr dirty="0" err="1"/>
              <a:t>одни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благоприятных</a:t>
            </a:r>
            <a:r>
              <a:rPr dirty="0"/>
              <a:t> </a:t>
            </a:r>
            <a:r>
              <a:rPr dirty="0" err="1"/>
              <a:t>районов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выращивания</a:t>
            </a:r>
            <a:r>
              <a:rPr dirty="0"/>
              <a:t> </a:t>
            </a:r>
            <a:r>
              <a:rPr dirty="0" err="1"/>
              <a:t>зерновых</a:t>
            </a:r>
            <a:r>
              <a:rPr dirty="0"/>
              <a:t> и </a:t>
            </a:r>
            <a:r>
              <a:rPr dirty="0" err="1"/>
              <a:t>технических</a:t>
            </a:r>
            <a:r>
              <a:rPr dirty="0"/>
              <a:t> </a:t>
            </a:r>
            <a:r>
              <a:rPr dirty="0" err="1"/>
              <a:t>культур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Поволжье</a:t>
            </a:r>
            <a:r>
              <a:rPr dirty="0"/>
              <a:t> — </a:t>
            </a:r>
            <a:r>
              <a:rPr dirty="0" err="1"/>
              <a:t>крупный</a:t>
            </a:r>
            <a:r>
              <a:rPr dirty="0"/>
              <a:t> </a:t>
            </a:r>
            <a:r>
              <a:rPr dirty="0" err="1"/>
              <a:t>район</a:t>
            </a:r>
            <a:r>
              <a:rPr dirty="0"/>
              <a:t> </a:t>
            </a:r>
            <a:r>
              <a:rPr dirty="0" err="1"/>
              <a:t>зернового</a:t>
            </a:r>
            <a:r>
              <a:rPr dirty="0"/>
              <a:t> </a:t>
            </a:r>
            <a:r>
              <a:rPr dirty="0" err="1"/>
              <a:t>хозяйства</a:t>
            </a:r>
            <a:r>
              <a:rPr dirty="0"/>
              <a:t> и </a:t>
            </a:r>
            <a:r>
              <a:rPr dirty="0" err="1"/>
              <a:t>животноводства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Юг</a:t>
            </a:r>
            <a:r>
              <a:rPr dirty="0"/>
              <a:t> </a:t>
            </a:r>
            <a:r>
              <a:rPr dirty="0" err="1"/>
              <a:t>Урала</a:t>
            </a:r>
            <a:r>
              <a:rPr dirty="0"/>
              <a:t> и </a:t>
            </a:r>
            <a:r>
              <a:rPr dirty="0" err="1"/>
              <a:t>юг</a:t>
            </a:r>
            <a:r>
              <a:rPr dirty="0"/>
              <a:t> </a:t>
            </a:r>
            <a:r>
              <a:rPr dirty="0" err="1"/>
              <a:t>Западной</a:t>
            </a:r>
            <a:r>
              <a:rPr dirty="0"/>
              <a:t> </a:t>
            </a:r>
            <a:r>
              <a:rPr dirty="0" err="1"/>
              <a:t>Сибири</a:t>
            </a:r>
            <a:r>
              <a:rPr dirty="0"/>
              <a:t> — </a:t>
            </a:r>
            <a:r>
              <a:rPr dirty="0" err="1"/>
              <a:t>значимые</a:t>
            </a:r>
            <a:r>
              <a:rPr dirty="0"/>
              <a:t> </a:t>
            </a:r>
            <a:r>
              <a:rPr dirty="0" err="1"/>
              <a:t>территории</a:t>
            </a:r>
            <a:r>
              <a:rPr dirty="0"/>
              <a:t> </a:t>
            </a:r>
            <a:r>
              <a:rPr dirty="0" err="1"/>
              <a:t>зернового</a:t>
            </a:r>
            <a:r>
              <a:rPr dirty="0"/>
              <a:t> </a:t>
            </a:r>
            <a:r>
              <a:rPr dirty="0" err="1"/>
              <a:t>производства</a:t>
            </a:r>
            <a:r>
              <a:rPr dirty="0"/>
              <a:t> и </a:t>
            </a:r>
            <a:r>
              <a:rPr dirty="0" err="1"/>
              <a:t>животноводства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Специализация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района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сочетания</a:t>
            </a:r>
            <a:r>
              <a:rPr dirty="0"/>
              <a:t> </a:t>
            </a:r>
            <a:r>
              <a:rPr dirty="0" err="1"/>
              <a:t>климата</a:t>
            </a:r>
            <a:r>
              <a:rPr dirty="0"/>
              <a:t>, </a:t>
            </a:r>
            <a:r>
              <a:rPr dirty="0" err="1"/>
              <a:t>почв</a:t>
            </a:r>
            <a:r>
              <a:rPr dirty="0"/>
              <a:t>, </a:t>
            </a:r>
            <a:r>
              <a:rPr dirty="0" err="1"/>
              <a:t>рельефа</a:t>
            </a:r>
            <a:r>
              <a:rPr dirty="0"/>
              <a:t> и </a:t>
            </a:r>
            <a:r>
              <a:rPr dirty="0" err="1"/>
              <a:t>обеспеченности</a:t>
            </a:r>
            <a:r>
              <a:rPr dirty="0"/>
              <a:t> </a:t>
            </a:r>
            <a:r>
              <a:rPr dirty="0" err="1"/>
              <a:t>водой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4B"/>
                </a:solidFill>
                <a:latin typeface="Arial"/>
              </a:defRPr>
            </a:pPr>
            <a:r>
              <a:t>6. Основные направления сельского хозяйства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Растениеводство</a:t>
            </a:r>
            <a:r>
              <a:rPr dirty="0"/>
              <a:t>: </a:t>
            </a:r>
            <a:r>
              <a:rPr dirty="0" err="1"/>
              <a:t>пшеница</a:t>
            </a:r>
            <a:r>
              <a:rPr dirty="0"/>
              <a:t>, </a:t>
            </a:r>
            <a:r>
              <a:rPr dirty="0" err="1"/>
              <a:t>ячмень</a:t>
            </a:r>
            <a:r>
              <a:rPr dirty="0"/>
              <a:t>, </a:t>
            </a:r>
            <a:r>
              <a:rPr dirty="0" err="1"/>
              <a:t>рожь</a:t>
            </a:r>
            <a:r>
              <a:rPr dirty="0"/>
              <a:t>, </a:t>
            </a:r>
            <a:r>
              <a:rPr dirty="0" err="1"/>
              <a:t>кукуруза</a:t>
            </a:r>
            <a:r>
              <a:rPr dirty="0"/>
              <a:t>, </a:t>
            </a:r>
            <a:r>
              <a:rPr dirty="0" err="1"/>
              <a:t>подсолнечник</a:t>
            </a:r>
            <a:r>
              <a:rPr dirty="0"/>
              <a:t>, </a:t>
            </a:r>
            <a:r>
              <a:rPr dirty="0" err="1"/>
              <a:t>сахарная</a:t>
            </a:r>
            <a:r>
              <a:rPr dirty="0"/>
              <a:t> </a:t>
            </a:r>
            <a:r>
              <a:rPr dirty="0" err="1"/>
              <a:t>свёкла</a:t>
            </a:r>
            <a:r>
              <a:rPr dirty="0"/>
              <a:t>, </a:t>
            </a:r>
            <a:r>
              <a:rPr dirty="0" err="1"/>
              <a:t>картофель</a:t>
            </a:r>
            <a:r>
              <a:rPr dirty="0"/>
              <a:t> и </a:t>
            </a:r>
            <a:r>
              <a:rPr dirty="0" err="1"/>
              <a:t>овощи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Зерновое</a:t>
            </a:r>
            <a:r>
              <a:rPr dirty="0"/>
              <a:t> </a:t>
            </a:r>
            <a:r>
              <a:rPr dirty="0" err="1"/>
              <a:t>хозяйство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особое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продовольственной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и </a:t>
            </a:r>
            <a:r>
              <a:rPr dirty="0" err="1"/>
              <a:t>экспорта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Животноводство</a:t>
            </a:r>
            <a:r>
              <a:rPr dirty="0"/>
              <a:t>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разведение</a:t>
            </a:r>
            <a:r>
              <a:rPr dirty="0"/>
              <a:t> </a:t>
            </a:r>
            <a:r>
              <a:rPr dirty="0" err="1"/>
              <a:t>крупного</a:t>
            </a:r>
            <a:r>
              <a:rPr dirty="0"/>
              <a:t> </a:t>
            </a:r>
            <a:r>
              <a:rPr dirty="0" err="1"/>
              <a:t>рогатого</a:t>
            </a:r>
            <a:r>
              <a:rPr dirty="0"/>
              <a:t> </a:t>
            </a:r>
            <a:r>
              <a:rPr dirty="0" err="1"/>
              <a:t>скота</a:t>
            </a:r>
            <a:r>
              <a:rPr dirty="0"/>
              <a:t>, </a:t>
            </a:r>
            <a:r>
              <a:rPr dirty="0" err="1"/>
              <a:t>свиноводство</a:t>
            </a:r>
            <a:r>
              <a:rPr dirty="0"/>
              <a:t>, </a:t>
            </a:r>
            <a:r>
              <a:rPr dirty="0" err="1"/>
              <a:t>птицеводство</a:t>
            </a:r>
            <a:r>
              <a:rPr dirty="0"/>
              <a:t> и </a:t>
            </a:r>
            <a:r>
              <a:rPr dirty="0" err="1"/>
              <a:t>овцеводство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Развитие</a:t>
            </a:r>
            <a:r>
              <a:rPr dirty="0"/>
              <a:t> </a:t>
            </a:r>
            <a:r>
              <a:rPr dirty="0" err="1"/>
              <a:t>животноводства</a:t>
            </a:r>
            <a:r>
              <a:rPr dirty="0"/>
              <a:t> </a:t>
            </a:r>
            <a:r>
              <a:rPr dirty="0" err="1"/>
              <a:t>тесно</a:t>
            </a:r>
            <a:r>
              <a:rPr dirty="0"/>
              <a:t> </a:t>
            </a:r>
            <a:r>
              <a:rPr dirty="0" err="1"/>
              <a:t>связано</a:t>
            </a:r>
            <a:r>
              <a:rPr dirty="0"/>
              <a:t> с </a:t>
            </a:r>
            <a:r>
              <a:rPr dirty="0" err="1"/>
              <a:t>кормовой</a:t>
            </a:r>
            <a:r>
              <a:rPr dirty="0"/>
              <a:t> </a:t>
            </a:r>
            <a:r>
              <a:rPr dirty="0" err="1"/>
              <a:t>базой</a:t>
            </a:r>
            <a:r>
              <a:rPr dirty="0"/>
              <a:t> и </a:t>
            </a:r>
            <a:r>
              <a:rPr dirty="0" err="1"/>
              <a:t>природными</a:t>
            </a:r>
            <a:r>
              <a:rPr dirty="0"/>
              <a:t> </a:t>
            </a:r>
            <a:r>
              <a:rPr dirty="0" err="1"/>
              <a:t>условиями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4B"/>
                </a:solidFill>
                <a:latin typeface="Arial"/>
              </a:defRPr>
            </a:pPr>
            <a:r>
              <a:rPr dirty="0"/>
              <a:t>7. </a:t>
            </a: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 </a:t>
            </a:r>
            <a:r>
              <a:rPr dirty="0" err="1"/>
              <a:t>земельных</a:t>
            </a:r>
            <a:r>
              <a:rPr dirty="0"/>
              <a:t> </a:t>
            </a:r>
            <a:r>
              <a:rPr dirty="0" err="1"/>
              <a:t>ресурсов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92327" y="176479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Деградация</a:t>
            </a:r>
            <a:r>
              <a:rPr dirty="0"/>
              <a:t> </a:t>
            </a:r>
            <a:r>
              <a:rPr dirty="0" err="1"/>
              <a:t>почв</a:t>
            </a:r>
            <a:r>
              <a:rPr dirty="0"/>
              <a:t> — </a:t>
            </a:r>
            <a:r>
              <a:rPr dirty="0" err="1"/>
              <a:t>снижение</a:t>
            </a:r>
            <a:r>
              <a:rPr dirty="0"/>
              <a:t> </a:t>
            </a:r>
            <a:r>
              <a:rPr dirty="0" err="1"/>
              <a:t>содержания</a:t>
            </a:r>
            <a:r>
              <a:rPr dirty="0"/>
              <a:t> </a:t>
            </a:r>
            <a:r>
              <a:rPr dirty="0" err="1"/>
              <a:t>гумуса</a:t>
            </a:r>
            <a:r>
              <a:rPr dirty="0"/>
              <a:t> и </a:t>
            </a:r>
            <a:r>
              <a:rPr dirty="0" err="1"/>
              <a:t>питательных</a:t>
            </a:r>
            <a:r>
              <a:rPr dirty="0"/>
              <a:t> </a:t>
            </a:r>
            <a:r>
              <a:rPr dirty="0" err="1"/>
              <a:t>веществ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неправильном</a:t>
            </a:r>
            <a:r>
              <a:rPr dirty="0"/>
              <a:t> </a:t>
            </a:r>
            <a:r>
              <a:rPr dirty="0" err="1"/>
              <a:t>использовании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7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Эрозия</a:t>
            </a:r>
            <a:r>
              <a:rPr dirty="0"/>
              <a:t> — </a:t>
            </a:r>
            <a:r>
              <a:rPr dirty="0" err="1"/>
              <a:t>разрушение</a:t>
            </a:r>
            <a:r>
              <a:rPr dirty="0"/>
              <a:t> и </a:t>
            </a:r>
            <a:r>
              <a:rPr dirty="0" err="1"/>
              <a:t>вынос</a:t>
            </a:r>
            <a:r>
              <a:rPr dirty="0"/>
              <a:t> </a:t>
            </a:r>
            <a:r>
              <a:rPr dirty="0" err="1"/>
              <a:t>плодородного</a:t>
            </a:r>
            <a:r>
              <a:rPr dirty="0"/>
              <a:t> </a:t>
            </a:r>
            <a:r>
              <a:rPr dirty="0" err="1"/>
              <a:t>слоя</a:t>
            </a:r>
            <a:r>
              <a:rPr dirty="0"/>
              <a:t> </a:t>
            </a:r>
            <a:r>
              <a:rPr dirty="0" err="1"/>
              <a:t>почвы</a:t>
            </a:r>
            <a:r>
              <a:rPr dirty="0"/>
              <a:t> </a:t>
            </a:r>
            <a:r>
              <a:rPr dirty="0" err="1"/>
              <a:t>водой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ветром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7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Засоление</a:t>
            </a:r>
            <a:r>
              <a:rPr dirty="0"/>
              <a:t> и </a:t>
            </a:r>
            <a:r>
              <a:rPr dirty="0" err="1"/>
              <a:t>заболачивание</a:t>
            </a:r>
            <a:r>
              <a:rPr dirty="0"/>
              <a:t> — </a:t>
            </a:r>
            <a:r>
              <a:rPr dirty="0" err="1"/>
              <a:t>ухудшение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 </a:t>
            </a:r>
            <a:r>
              <a:rPr dirty="0" err="1"/>
              <a:t>земель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избытка</a:t>
            </a:r>
            <a:r>
              <a:rPr dirty="0"/>
              <a:t> </a:t>
            </a:r>
            <a:r>
              <a:rPr dirty="0" err="1"/>
              <a:t>солей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влаги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7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Заброшенные</a:t>
            </a:r>
            <a:r>
              <a:rPr dirty="0"/>
              <a:t> </a:t>
            </a:r>
            <a:r>
              <a:rPr dirty="0" err="1"/>
              <a:t>сельскохозяйственные</a:t>
            </a:r>
            <a:r>
              <a:rPr dirty="0"/>
              <a:t> </a:t>
            </a:r>
            <a:r>
              <a:rPr dirty="0" err="1"/>
              <a:t>земли</a:t>
            </a:r>
            <a:r>
              <a:rPr dirty="0"/>
              <a:t> — </a:t>
            </a:r>
            <a:r>
              <a:rPr dirty="0" err="1"/>
              <a:t>поля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перестают</a:t>
            </a:r>
            <a:r>
              <a:rPr dirty="0"/>
              <a:t> </a:t>
            </a:r>
            <a:r>
              <a:rPr dirty="0" err="1"/>
              <a:t>использоваться</a:t>
            </a:r>
            <a:r>
              <a:rPr dirty="0"/>
              <a:t> и </a:t>
            </a:r>
            <a:r>
              <a:rPr dirty="0" err="1"/>
              <a:t>постепенно</a:t>
            </a:r>
            <a:r>
              <a:rPr dirty="0"/>
              <a:t> </a:t>
            </a:r>
            <a:r>
              <a:rPr dirty="0" err="1"/>
              <a:t>зарастают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7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Загрязнение</a:t>
            </a:r>
            <a:r>
              <a:rPr dirty="0"/>
              <a:t> </a:t>
            </a:r>
            <a:r>
              <a:rPr dirty="0" err="1"/>
              <a:t>почв</a:t>
            </a:r>
            <a:r>
              <a:rPr dirty="0"/>
              <a:t> </a:t>
            </a:r>
            <a:r>
              <a:rPr dirty="0" err="1"/>
              <a:t>промышленными</a:t>
            </a:r>
            <a:r>
              <a:rPr dirty="0"/>
              <a:t> </a:t>
            </a:r>
            <a:r>
              <a:rPr dirty="0" err="1"/>
              <a:t>отходами</a:t>
            </a:r>
            <a:r>
              <a:rPr dirty="0"/>
              <a:t> и </a:t>
            </a:r>
            <a:r>
              <a:rPr dirty="0" err="1"/>
              <a:t>некоторыми</a:t>
            </a:r>
            <a:r>
              <a:rPr dirty="0"/>
              <a:t> </a:t>
            </a:r>
            <a:r>
              <a:rPr dirty="0" err="1"/>
              <a:t>химическими</a:t>
            </a:r>
            <a:r>
              <a:rPr dirty="0"/>
              <a:t> </a:t>
            </a:r>
            <a:r>
              <a:rPr dirty="0" err="1"/>
              <a:t>веществами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7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климата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усиливать</a:t>
            </a:r>
            <a:r>
              <a:rPr dirty="0"/>
              <a:t> </a:t>
            </a:r>
            <a:r>
              <a:rPr dirty="0" err="1"/>
              <a:t>засухи</a:t>
            </a:r>
            <a:r>
              <a:rPr dirty="0"/>
              <a:t> и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экстремальные</a:t>
            </a:r>
            <a:r>
              <a:rPr dirty="0"/>
              <a:t> </a:t>
            </a:r>
            <a:r>
              <a:rPr dirty="0" err="1"/>
              <a:t>погодные</a:t>
            </a:r>
            <a:r>
              <a:rPr dirty="0"/>
              <a:t> </a:t>
            </a:r>
            <a:r>
              <a:rPr dirty="0" err="1"/>
              <a:t>явления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7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Решения</a:t>
            </a:r>
            <a:r>
              <a:rPr dirty="0"/>
              <a:t>: </a:t>
            </a:r>
            <a:r>
              <a:rPr dirty="0" err="1"/>
              <a:t>севооборот</a:t>
            </a:r>
            <a:r>
              <a:rPr dirty="0"/>
              <a:t>, </a:t>
            </a:r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почв</a:t>
            </a:r>
            <a:r>
              <a:rPr dirty="0"/>
              <a:t>, </a:t>
            </a:r>
            <a:r>
              <a:rPr dirty="0" err="1"/>
              <a:t>мелиорация</a:t>
            </a:r>
            <a:r>
              <a:rPr dirty="0"/>
              <a:t>, </a:t>
            </a:r>
            <a:r>
              <a:rPr dirty="0" err="1"/>
              <a:t>восстановление</a:t>
            </a:r>
            <a:r>
              <a:rPr dirty="0"/>
              <a:t> </a:t>
            </a:r>
            <a:r>
              <a:rPr dirty="0" err="1"/>
              <a:t>плодородия</a:t>
            </a:r>
            <a:r>
              <a:rPr dirty="0"/>
              <a:t> и </a:t>
            </a:r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технологии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E374B"/>
                </a:solidFill>
                <a:latin typeface="Arial"/>
              </a:defRPr>
            </a:pPr>
            <a:r>
              <a:t>8. Перспективы развития сельского хозяйства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Внедрение</a:t>
            </a:r>
            <a:r>
              <a:rPr dirty="0"/>
              <a:t> </a:t>
            </a:r>
            <a:r>
              <a:rPr dirty="0" err="1"/>
              <a:t>точного</a:t>
            </a:r>
            <a:r>
              <a:rPr dirty="0"/>
              <a:t> </a:t>
            </a:r>
            <a:r>
              <a:rPr dirty="0" err="1"/>
              <a:t>земледелия</a:t>
            </a:r>
            <a:r>
              <a:rPr dirty="0"/>
              <a:t>, </a:t>
            </a:r>
            <a:r>
              <a:rPr dirty="0" err="1"/>
              <a:t>спутникового</a:t>
            </a:r>
            <a:r>
              <a:rPr dirty="0"/>
              <a:t> </a:t>
            </a:r>
            <a:r>
              <a:rPr dirty="0" err="1"/>
              <a:t>мониторинга</a:t>
            </a:r>
            <a:r>
              <a:rPr dirty="0"/>
              <a:t> и </a:t>
            </a:r>
            <a:r>
              <a:rPr dirty="0" err="1"/>
              <a:t>автоматизации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рациональное</a:t>
            </a:r>
            <a:r>
              <a:rPr dirty="0"/>
              <a:t>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воды</a:t>
            </a:r>
            <a:r>
              <a:rPr dirty="0"/>
              <a:t> и </a:t>
            </a:r>
            <a:r>
              <a:rPr dirty="0" err="1"/>
              <a:t>развитие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</a:t>
            </a:r>
            <a:r>
              <a:rPr dirty="0" err="1"/>
              <a:t>орошения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Восстановление</a:t>
            </a:r>
            <a:r>
              <a:rPr dirty="0"/>
              <a:t> </a:t>
            </a:r>
            <a:r>
              <a:rPr dirty="0" err="1"/>
              <a:t>плодородия</a:t>
            </a:r>
            <a:r>
              <a:rPr dirty="0"/>
              <a:t> и </a:t>
            </a:r>
            <a:r>
              <a:rPr dirty="0" err="1"/>
              <a:t>возвращение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заброшенных</a:t>
            </a:r>
            <a:r>
              <a:rPr dirty="0"/>
              <a:t> </a:t>
            </a:r>
            <a:r>
              <a:rPr dirty="0" err="1"/>
              <a:t>земель</a:t>
            </a:r>
            <a:r>
              <a:rPr dirty="0"/>
              <a:t> в </a:t>
            </a:r>
            <a:r>
              <a:rPr dirty="0" err="1"/>
              <a:t>сельскохозяйственный</a:t>
            </a:r>
            <a:r>
              <a:rPr dirty="0"/>
              <a:t> </a:t>
            </a:r>
            <a:r>
              <a:rPr dirty="0" err="1"/>
              <a:t>оборот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Развитие</a:t>
            </a:r>
            <a:r>
              <a:rPr dirty="0"/>
              <a:t> </a:t>
            </a:r>
            <a:r>
              <a:rPr dirty="0" err="1"/>
              <a:t>технологий</a:t>
            </a:r>
            <a:r>
              <a:rPr dirty="0"/>
              <a:t>, </a:t>
            </a:r>
            <a:r>
              <a:rPr dirty="0" err="1"/>
              <a:t>позволяющих</a:t>
            </a:r>
            <a:r>
              <a:rPr dirty="0"/>
              <a:t> </a:t>
            </a:r>
            <a:r>
              <a:rPr dirty="0" err="1"/>
              <a:t>получать</a:t>
            </a:r>
            <a:r>
              <a:rPr dirty="0"/>
              <a:t> </a:t>
            </a:r>
            <a:r>
              <a:rPr dirty="0" err="1"/>
              <a:t>высокие</a:t>
            </a:r>
            <a:r>
              <a:rPr dirty="0"/>
              <a:t> </a:t>
            </a:r>
            <a:r>
              <a:rPr dirty="0" err="1"/>
              <a:t>урожаи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меньшем</a:t>
            </a:r>
            <a:r>
              <a:rPr dirty="0"/>
              <a:t> </a:t>
            </a:r>
            <a:r>
              <a:rPr dirty="0" err="1"/>
              <a:t>воздействии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почву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000" b="0">
                <a:solidFill>
                  <a:srgbClr val="23282A"/>
                </a:solidFill>
                <a:latin typeface="Arial"/>
              </a:defRPr>
            </a:pPr>
            <a:r>
              <a:rPr dirty="0" err="1"/>
              <a:t>Сочетание</a:t>
            </a:r>
            <a:r>
              <a:rPr dirty="0"/>
              <a:t> </a:t>
            </a:r>
            <a:r>
              <a:rPr dirty="0" err="1"/>
              <a:t>роста</a:t>
            </a:r>
            <a:r>
              <a:rPr dirty="0"/>
              <a:t> </a:t>
            </a:r>
            <a:r>
              <a:rPr dirty="0" err="1"/>
              <a:t>сельскохозяйственного</a:t>
            </a:r>
            <a:r>
              <a:rPr dirty="0"/>
              <a:t> </a:t>
            </a:r>
            <a:r>
              <a:rPr dirty="0" err="1"/>
              <a:t>производства</a:t>
            </a:r>
            <a:r>
              <a:rPr dirty="0"/>
              <a:t> с </a:t>
            </a:r>
            <a:r>
              <a:rPr dirty="0" err="1"/>
              <a:t>охраной</a:t>
            </a:r>
            <a:r>
              <a:rPr dirty="0"/>
              <a:t> </a:t>
            </a:r>
            <a:r>
              <a:rPr dirty="0" err="1"/>
              <a:t>природных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rial"/>
              </a:defRPr>
            </a:pPr>
            <a:r>
              <a:t>9. 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3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Огромная</a:t>
            </a:r>
            <a:r>
              <a:rPr dirty="0"/>
              <a:t> </a:t>
            </a:r>
            <a:r>
              <a:rPr dirty="0" err="1"/>
              <a:t>территория</a:t>
            </a:r>
            <a:r>
              <a:rPr dirty="0"/>
              <a:t> </a:t>
            </a:r>
            <a:r>
              <a:rPr dirty="0" err="1"/>
              <a:t>России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большие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 </a:t>
            </a:r>
            <a:r>
              <a:rPr dirty="0" err="1"/>
              <a:t>сельского</a:t>
            </a:r>
            <a:r>
              <a:rPr dirty="0"/>
              <a:t> </a:t>
            </a:r>
            <a:r>
              <a:rPr dirty="0" err="1"/>
              <a:t>хозяйства</a:t>
            </a:r>
            <a:r>
              <a:rPr dirty="0"/>
              <a:t>.</a:t>
            </a:r>
          </a:p>
          <a:p>
            <a:pPr lvl="1">
              <a:spcAft>
                <a:spcPts val="13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Природные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распределены</a:t>
            </a:r>
            <a:r>
              <a:rPr dirty="0"/>
              <a:t> </a:t>
            </a:r>
            <a:r>
              <a:rPr dirty="0" err="1"/>
              <a:t>неравномерно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сельскохозяйственная</a:t>
            </a:r>
            <a:r>
              <a:rPr dirty="0"/>
              <a:t> </a:t>
            </a:r>
            <a:r>
              <a:rPr dirty="0" err="1"/>
              <a:t>специализация</a:t>
            </a:r>
            <a:r>
              <a:rPr dirty="0"/>
              <a:t> </a:t>
            </a:r>
            <a:r>
              <a:rPr dirty="0" err="1"/>
              <a:t>регионов</a:t>
            </a:r>
            <a:r>
              <a:rPr dirty="0"/>
              <a:t> </a:t>
            </a:r>
            <a:r>
              <a:rPr dirty="0" err="1"/>
              <a:t>различается</a:t>
            </a:r>
            <a:r>
              <a:rPr dirty="0"/>
              <a:t>.</a:t>
            </a:r>
          </a:p>
          <a:p>
            <a:pPr lvl="1">
              <a:spcAft>
                <a:spcPts val="13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Земля</a:t>
            </a:r>
            <a:r>
              <a:rPr dirty="0"/>
              <a:t> — </a:t>
            </a:r>
            <a:r>
              <a:rPr dirty="0" err="1"/>
              <a:t>стратегически</a:t>
            </a:r>
            <a:r>
              <a:rPr dirty="0"/>
              <a:t> </a:t>
            </a:r>
            <a:r>
              <a:rPr dirty="0" err="1"/>
              <a:t>важный</a:t>
            </a:r>
            <a:r>
              <a:rPr dirty="0"/>
              <a:t> </a:t>
            </a:r>
            <a:r>
              <a:rPr dirty="0" err="1"/>
              <a:t>природный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необходимо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рационально</a:t>
            </a:r>
            <a:r>
              <a:rPr dirty="0"/>
              <a:t>.</a:t>
            </a:r>
          </a:p>
          <a:p>
            <a:pPr lvl="1">
              <a:spcAft>
                <a:spcPts val="13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плодородия</a:t>
            </a:r>
            <a:r>
              <a:rPr dirty="0"/>
              <a:t> </a:t>
            </a:r>
            <a:r>
              <a:rPr dirty="0" err="1"/>
              <a:t>почв</a:t>
            </a:r>
            <a:r>
              <a:rPr dirty="0"/>
              <a:t> и </a:t>
            </a:r>
            <a:r>
              <a:rPr dirty="0" err="1"/>
              <a:t>внедрение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технологий</a:t>
            </a:r>
            <a:r>
              <a:rPr dirty="0"/>
              <a:t> — </a:t>
            </a: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устойчивого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 </a:t>
            </a:r>
            <a:r>
              <a:rPr dirty="0" err="1"/>
              <a:t>сельского</a:t>
            </a:r>
            <a:r>
              <a:rPr dirty="0"/>
              <a:t> </a:t>
            </a:r>
            <a:r>
              <a:rPr dirty="0" err="1"/>
              <a:t>хозяйства</a:t>
            </a:r>
            <a:r>
              <a:rPr dirty="0"/>
              <a:t>.</a:t>
            </a:r>
          </a:p>
          <a:p>
            <a:pPr lvl="1">
              <a:spcAft>
                <a:spcPts val="13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rPr dirty="0" err="1"/>
              <a:t>Рациональное</a:t>
            </a:r>
            <a:r>
              <a:rPr dirty="0"/>
              <a:t> </a:t>
            </a:r>
            <a:r>
              <a:rPr dirty="0" err="1"/>
              <a:t>землепользование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большое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продовольственной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 </a:t>
            </a:r>
            <a:r>
              <a:rPr dirty="0" err="1"/>
              <a:t>страны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66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654</Words>
  <Application>Microsoft Office PowerPoint</Application>
  <PresentationFormat>Широкоэкранный</PresentationFormat>
  <Paragraphs>65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Nikita Fomin</cp:lastModifiedBy>
  <cp:revision>2</cp:revision>
  <dcterms:created xsi:type="dcterms:W3CDTF">2013-01-27T09:14:16Z</dcterms:created>
  <dcterms:modified xsi:type="dcterms:W3CDTF">2026-10-06T21:11:58Z</dcterms:modified>
  <cp:category/>
</cp:coreProperties>
</file>